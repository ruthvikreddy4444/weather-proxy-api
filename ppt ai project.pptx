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notesMasterIdLst>
    <p:notesMasterId r:id="rId13"/>
  </p:notesMasterIdLst>
  <p:sldIdLst>
    <p:sldId id="275" r:id="rId2"/>
    <p:sldId id="256" r:id="rId3"/>
    <p:sldId id="279" r:id="rId4"/>
    <p:sldId id="280" r:id="rId5"/>
    <p:sldId id="274" r:id="rId6"/>
    <p:sldId id="267" r:id="rId7"/>
    <p:sldId id="276" r:id="rId8"/>
    <p:sldId id="268" r:id="rId9"/>
    <p:sldId id="277" r:id="rId10"/>
    <p:sldId id="270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B6B16-A1D7-4A9E-AACA-63ED56831D8B}" v="49" dt="2025-11-15T00:14:59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0FBA2-DA5C-42FD-843B-627EA1ED4E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2489C-E553-4C88-B40A-8BACF5FE8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3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2489C-E553-4C88-B40A-8BACF5FE829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3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95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1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10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43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36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71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1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26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8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00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4249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50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286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07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549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9B2C2-5774-4536-9BC9-B943AEE20B4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52AE176-8FFB-4899-9E1E-8428C6691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6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F9304E-E6F8-321B-D027-85BEE90B9881}"/>
              </a:ext>
            </a:extLst>
          </p:cNvPr>
          <p:cNvSpPr/>
          <p:nvPr/>
        </p:nvSpPr>
        <p:spPr>
          <a:xfrm>
            <a:off x="1581324" y="1728858"/>
            <a:ext cx="7507224" cy="2743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PROJECT 16</a:t>
            </a:r>
          </a:p>
          <a:p>
            <a:pPr algn="ctr"/>
            <a:endParaRPr lang="en-US" sz="2800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3200" dirty="0"/>
              <a:t>Weather Proxy API</a:t>
            </a:r>
            <a:endParaRPr lang="en-IN" sz="3200" dirty="0">
              <a:latin typeface="Arial Narrow" panose="020B0606020202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54D4DC-AC57-6AEE-4625-2CE99EE94742}"/>
              </a:ext>
            </a:extLst>
          </p:cNvPr>
          <p:cNvSpPr/>
          <p:nvPr/>
        </p:nvSpPr>
        <p:spPr>
          <a:xfrm>
            <a:off x="7990920" y="3250177"/>
            <a:ext cx="2619756" cy="257860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ritannic Bold" panose="020B0903060703020204" pitchFamily="34" charset="0"/>
              </a:rPr>
              <a:t>AI Assisted Coding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21514-4E2A-BFE7-109A-D5E8D13E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96"/>
          <a:stretch>
            <a:fillRect/>
          </a:stretch>
        </p:blipFill>
        <p:spPr>
          <a:xfrm>
            <a:off x="8639368" y="2400815"/>
            <a:ext cx="2124371" cy="13992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28CC96-F2E2-D6CD-D58C-2D2C04D83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5" b="10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6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010F-D4E8-19A5-96EF-56442CD70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42" y="283266"/>
            <a:ext cx="11661058" cy="1268361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latin typeface="Eras Demi ITC" panose="020B0805030504020804" pitchFamily="34" charset="0"/>
              </a:rPr>
              <a:t>TEAM DETAILS:</a:t>
            </a:r>
            <a:br>
              <a:rPr lang="en-IN" sz="4400" b="1" u="sng" dirty="0">
                <a:latin typeface="Eras Demi ITC" panose="020B0805030504020804" pitchFamily="34" charset="0"/>
              </a:rPr>
            </a:br>
            <a:endParaRPr lang="en-IN" sz="4400" b="1" u="sng" dirty="0">
              <a:latin typeface="Eras Demi ITC" panose="020B08050305040208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4ABA4-98C9-790B-31BB-1E506A38237A}"/>
              </a:ext>
            </a:extLst>
          </p:cNvPr>
          <p:cNvSpPr txBox="1"/>
          <p:nvPr/>
        </p:nvSpPr>
        <p:spPr>
          <a:xfrm>
            <a:off x="2205965" y="1799517"/>
            <a:ext cx="102318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u="sng" dirty="0"/>
          </a:p>
          <a:p>
            <a:r>
              <a:rPr lang="en-IN" sz="3200" dirty="0"/>
              <a:t>THOKALA SRIVALLI -    2403A510B2</a:t>
            </a:r>
          </a:p>
          <a:p>
            <a:r>
              <a:rPr lang="en-IN" sz="3200" dirty="0"/>
              <a:t>A.VAMSHI KRISHNA-   2403A510B3</a:t>
            </a:r>
          </a:p>
          <a:p>
            <a:r>
              <a:rPr lang="en-IN" sz="3200" dirty="0"/>
              <a:t>J.RUTHVIK REDDY-      2403A510B5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556F7-3767-C34F-9562-99D5B6D47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7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7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2D126B-48D3-577F-0329-DD48371056F2}"/>
              </a:ext>
            </a:extLst>
          </p:cNvPr>
          <p:cNvSpPr txBox="1"/>
          <p:nvPr/>
        </p:nvSpPr>
        <p:spPr>
          <a:xfrm>
            <a:off x="5213684" y="63348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Gloucester MT Extra Condensed" panose="02030808020601010101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156DF3-E4B1-8D82-BB0B-A70289D89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737" y="2238926"/>
            <a:ext cx="59162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Node.js Express Proxy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live data from OpenWeatherMap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clean JSON to frontend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and fast weather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weather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404115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F5CB3-0DC7-8731-0908-9C77A9CE7044}"/>
              </a:ext>
            </a:extLst>
          </p:cNvPr>
          <p:cNvSpPr txBox="1"/>
          <p:nvPr/>
        </p:nvSpPr>
        <p:spPr>
          <a:xfrm>
            <a:off x="2277979" y="64952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Gloucester MT Extra Condensed" panose="02030808020601010101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0B7964-56EF-2F27-9521-831A51CDC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033" y="2895551"/>
            <a:ext cx="608371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issues occur in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API calls expose the API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returns huge unformatted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secure backend middleware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clean data for UI display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CA064316-1942-FCEB-106F-937BE0F7E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446" y="649524"/>
            <a:ext cx="25717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77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5722-7A5B-2960-5BB5-E4684BAF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937" y="5336330"/>
            <a:ext cx="105156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48D051-D0B9-48AA-C066-55E85A2AA832}"/>
              </a:ext>
            </a:extLst>
          </p:cNvPr>
          <p:cNvSpPr txBox="1">
            <a:spLocks/>
          </p:cNvSpPr>
          <p:nvPr/>
        </p:nvSpPr>
        <p:spPr>
          <a:xfrm>
            <a:off x="949427" y="807385"/>
            <a:ext cx="10293146" cy="933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latin typeface="Gloucester MT Extra Condensed" panose="02030808020601010101" pitchFamily="18" charset="0"/>
              </a:rPr>
              <a:t>O</a:t>
            </a:r>
            <a:r>
              <a:rPr lang="en-IN" sz="4000" b="1" u="sng" dirty="0">
                <a:latin typeface="Gloucester MT Extra Condensed" panose="02030808020601010101" pitchFamily="18" charset="0"/>
              </a:rPr>
              <a:t>BJECTIVES</a:t>
            </a:r>
          </a:p>
          <a:p>
            <a:pPr algn="ctr"/>
            <a:endParaRPr lang="en-IN" b="1" u="sng" dirty="0">
              <a:latin typeface="Gloucester MT Extra Condensed" panose="02030808020601010101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96EEC-A50D-B3F8-706E-8CF5D34B4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452" y="2592376"/>
            <a:ext cx="64409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secure proxy API using 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API key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.env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Reformat JSON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modern weather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accurate live weather</a:t>
            </a:r>
          </a:p>
        </p:txBody>
      </p:sp>
    </p:spTree>
    <p:extLst>
      <p:ext uri="{BB962C8B-B14F-4D97-AF65-F5344CB8AC3E}">
        <p14:creationId xmlns:p14="http://schemas.microsoft.com/office/powerpoint/2010/main" val="229261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87B557-048D-1C6D-8562-D3E33A7F44D9}"/>
              </a:ext>
            </a:extLst>
          </p:cNvPr>
          <p:cNvSpPr txBox="1"/>
          <p:nvPr/>
        </p:nvSpPr>
        <p:spPr>
          <a:xfrm>
            <a:off x="2495991" y="2107120"/>
            <a:ext cx="80531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</a:rPr>
              <a:t>● Project Team</a:t>
            </a:r>
            <a:br>
              <a:rPr lang="en-US" sz="3600" dirty="0">
                <a:latin typeface="+mj-lt"/>
              </a:rPr>
            </a:br>
            <a:r>
              <a:rPr lang="en-US" sz="3600" dirty="0">
                <a:latin typeface="+mj-lt"/>
              </a:rPr>
              <a:t>● Developers</a:t>
            </a:r>
            <a:br>
              <a:rPr lang="en-US" sz="3600" dirty="0">
                <a:latin typeface="+mj-lt"/>
              </a:rPr>
            </a:br>
            <a:r>
              <a:rPr lang="en-US" sz="3600" dirty="0">
                <a:latin typeface="+mj-lt"/>
              </a:rPr>
              <a:t>● End Users</a:t>
            </a:r>
            <a:br>
              <a:rPr lang="en-US" sz="3600" dirty="0">
                <a:latin typeface="+mj-lt"/>
              </a:rPr>
            </a:br>
            <a:r>
              <a:rPr lang="en-US" sz="3600" dirty="0">
                <a:latin typeface="+mj-lt"/>
              </a:rPr>
              <a:t>● OpenWeather API Data Providers</a:t>
            </a:r>
            <a:br>
              <a:rPr lang="en-US" sz="3600" dirty="0">
                <a:latin typeface="+mj-lt"/>
              </a:rPr>
            </a:br>
            <a:r>
              <a:rPr lang="en-US" sz="3600" dirty="0">
                <a:latin typeface="+mj-lt"/>
              </a:rPr>
              <a:t>● Educational Institution / Faculty Mentors</a:t>
            </a:r>
            <a:endParaRPr lang="en-IN" sz="36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B19AC-9775-6EFD-DD24-82659CF03E16}"/>
              </a:ext>
            </a:extLst>
          </p:cNvPr>
          <p:cNvSpPr txBox="1"/>
          <p:nvPr/>
        </p:nvSpPr>
        <p:spPr>
          <a:xfrm>
            <a:off x="4892842" y="28305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u="sng" dirty="0">
                <a:latin typeface="Gloucester MT Extra Condensed" panose="02030808020601010101" pitchFamily="18" charset="0"/>
              </a:rPr>
              <a:t>STAKEHOLDERS</a:t>
            </a:r>
          </a:p>
        </p:txBody>
      </p:sp>
    </p:spTree>
    <p:extLst>
      <p:ext uri="{BB962C8B-B14F-4D97-AF65-F5344CB8AC3E}">
        <p14:creationId xmlns:p14="http://schemas.microsoft.com/office/powerpoint/2010/main" val="142062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D9EAC-BBA2-FBA6-26D6-DB9AEC505705}"/>
              </a:ext>
            </a:extLst>
          </p:cNvPr>
          <p:cNvSpPr txBox="1"/>
          <p:nvPr/>
        </p:nvSpPr>
        <p:spPr>
          <a:xfrm>
            <a:off x="4704667" y="21377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Gloucester MT Extra Condensed" panose="02030808020601010101" pitchFamily="18" charset="0"/>
              </a:rPr>
              <a:t>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C68E6-06F6-D186-F372-7563052C0CFA}"/>
              </a:ext>
            </a:extLst>
          </p:cNvPr>
          <p:cNvSpPr txBox="1"/>
          <p:nvPr/>
        </p:nvSpPr>
        <p:spPr>
          <a:xfrm>
            <a:off x="1718671" y="1507958"/>
            <a:ext cx="75033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Backend:</a:t>
            </a:r>
            <a:endParaRPr lang="en-IN" sz="2400" dirty="0"/>
          </a:p>
          <a:p>
            <a:r>
              <a:rPr lang="en-IN" sz="2400" dirty="0"/>
              <a:t>Node.js</a:t>
            </a:r>
          </a:p>
          <a:p>
            <a:r>
              <a:rPr lang="en-IN" sz="2400" dirty="0"/>
              <a:t>Express.js</a:t>
            </a:r>
          </a:p>
          <a:p>
            <a:r>
              <a:rPr lang="en-IN" sz="2400" dirty="0"/>
              <a:t>Axios</a:t>
            </a:r>
          </a:p>
          <a:p>
            <a:r>
              <a:rPr lang="en-IN" sz="2400" dirty="0" err="1"/>
              <a:t>dotenv</a:t>
            </a:r>
            <a:endParaRPr lang="en-IN" sz="2400" dirty="0"/>
          </a:p>
          <a:p>
            <a:r>
              <a:rPr lang="en-IN" sz="2400" b="1" dirty="0"/>
              <a:t>Frontend:</a:t>
            </a:r>
            <a:endParaRPr lang="en-IN" sz="2400" dirty="0"/>
          </a:p>
          <a:p>
            <a:r>
              <a:rPr lang="en-IN" sz="2400" dirty="0"/>
              <a:t>HTML</a:t>
            </a:r>
          </a:p>
          <a:p>
            <a:r>
              <a:rPr lang="en-IN" sz="2400" dirty="0"/>
              <a:t>CSS</a:t>
            </a:r>
          </a:p>
          <a:p>
            <a:r>
              <a:rPr lang="en-IN" sz="2400" dirty="0"/>
              <a:t>JavaScript</a:t>
            </a:r>
          </a:p>
          <a:p>
            <a:r>
              <a:rPr lang="en-IN" sz="2400" b="1" dirty="0"/>
              <a:t>API:</a:t>
            </a:r>
            <a:endParaRPr lang="en-IN" sz="2400" dirty="0"/>
          </a:p>
          <a:p>
            <a:r>
              <a:rPr lang="en-IN" sz="2400" dirty="0"/>
              <a:t>OpenWeatherMap</a:t>
            </a:r>
          </a:p>
          <a:p>
            <a:pPr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12DEB-A904-C1F8-19CB-077E37F1B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926" y="1423737"/>
            <a:ext cx="6849978" cy="401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3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54B3CD-2D2F-33B3-7109-0668294243D1}"/>
              </a:ext>
            </a:extLst>
          </p:cNvPr>
          <p:cNvSpPr txBox="1"/>
          <p:nvPr/>
        </p:nvSpPr>
        <p:spPr>
          <a:xfrm>
            <a:off x="3465096" y="12461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u="sng" dirty="0">
                <a:latin typeface="Gloucester MT Extra Condensed" panose="02030808020601010101" pitchFamily="18" charset="0"/>
              </a:rPr>
              <a:t>FRONT-END VIEW (API INTERFACE)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F9906B-FD89-9A22-C79A-43A8492F2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096" y="2318772"/>
            <a:ext cx="51716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by 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Humidity, wind speed, clouds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icons and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responsive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weather dashboard UI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EA873-E195-610E-AD4F-CE62EF942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58" y="1524456"/>
            <a:ext cx="5005138" cy="2277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D84EB-1CD6-0EB7-214D-D3020B34B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58" y="4068182"/>
            <a:ext cx="5005138" cy="2530724"/>
          </a:xfrm>
          <a:prstGeom prst="rect">
            <a:avLst/>
          </a:prstGeom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06784E20-1BDE-A946-2962-F1E288352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6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363"/>
          <a:stretch>
            <a:fillRect/>
          </a:stretch>
        </p:blipFill>
        <p:spPr bwMode="auto">
          <a:xfrm>
            <a:off x="9703505" y="835006"/>
            <a:ext cx="2232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5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F80C07-7563-1783-1E64-4C0775CBB93D}"/>
              </a:ext>
            </a:extLst>
          </p:cNvPr>
          <p:cNvSpPr txBox="1"/>
          <p:nvPr/>
        </p:nvSpPr>
        <p:spPr>
          <a:xfrm>
            <a:off x="2012001" y="2120568"/>
            <a:ext cx="9871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● Fetches live weather data securely</a:t>
            </a:r>
            <a:br>
              <a:rPr lang="en-IN" sz="2800" dirty="0"/>
            </a:br>
            <a:r>
              <a:rPr lang="en-IN" sz="2800" dirty="0"/>
              <a:t>● Processes and cleans raw API response</a:t>
            </a:r>
            <a:br>
              <a:rPr lang="en-IN" sz="2800" dirty="0"/>
            </a:br>
            <a:r>
              <a:rPr lang="en-IN" sz="2800" dirty="0"/>
              <a:t>● Converts data into simplified JSON output</a:t>
            </a:r>
            <a:br>
              <a:rPr lang="en-IN" sz="2800" dirty="0"/>
            </a:br>
            <a:r>
              <a:rPr lang="en-IN" sz="2800" dirty="0"/>
              <a:t>● Acts as a secure and optimized weather data proxy</a:t>
            </a:r>
            <a:br>
              <a:rPr lang="en-IN" sz="2800" dirty="0"/>
            </a:br>
            <a:r>
              <a:rPr lang="en-IN" sz="2800" dirty="0"/>
              <a:t>● Helps other client apps consume weather info easily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54564-E5CC-B64C-F3E1-776784B0C051}"/>
              </a:ext>
            </a:extLst>
          </p:cNvPr>
          <p:cNvSpPr txBox="1"/>
          <p:nvPr/>
        </p:nvSpPr>
        <p:spPr>
          <a:xfrm>
            <a:off x="4187388" y="32735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u="sng" dirty="0">
                <a:latin typeface="Gloucester MT Extra Condensed" panose="02030808020601010101" pitchFamily="18" charset="0"/>
              </a:rPr>
              <a:t>SOFTWARE APPLICATION</a:t>
            </a:r>
          </a:p>
        </p:txBody>
      </p:sp>
    </p:spTree>
    <p:extLst>
      <p:ext uri="{BB962C8B-B14F-4D97-AF65-F5344CB8AC3E}">
        <p14:creationId xmlns:p14="http://schemas.microsoft.com/office/powerpoint/2010/main" val="209788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7942BF-6746-E0B5-21E1-7BD3204BBCC2}"/>
              </a:ext>
            </a:extLst>
          </p:cNvPr>
          <p:cNvSpPr txBox="1"/>
          <p:nvPr/>
        </p:nvSpPr>
        <p:spPr>
          <a:xfrm>
            <a:off x="4575048" y="54172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u="sng" dirty="0">
                <a:latin typeface="Gloucester MT Extra Condensed" panose="02030808020601010101" pitchFamily="18" charset="0"/>
              </a:rPr>
              <a:t>CODE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A909E-AF34-B63F-9470-B78E57A32652}"/>
              </a:ext>
            </a:extLst>
          </p:cNvPr>
          <p:cNvSpPr txBox="1"/>
          <p:nvPr/>
        </p:nvSpPr>
        <p:spPr>
          <a:xfrm>
            <a:off x="2852928" y="2208616"/>
            <a:ext cx="97109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main.py</a:t>
            </a:r>
            <a:r>
              <a:rPr lang="en-IN" sz="2000" dirty="0"/>
              <a:t> – Initializes </a:t>
            </a:r>
            <a:r>
              <a:rPr lang="en-IN" sz="2000" dirty="0" err="1"/>
              <a:t>FastAPI</a:t>
            </a:r>
            <a:r>
              <a:rPr lang="en-IN" sz="2000" dirty="0"/>
              <a:t> app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b="1" dirty="0"/>
              <a:t>weather_service.py</a:t>
            </a:r>
            <a:r>
              <a:rPr lang="en-IN" sz="2000" dirty="0"/>
              <a:t> – Contains logic to call OpenWeather API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b="1" dirty="0"/>
              <a:t>models.py</a:t>
            </a:r>
            <a:r>
              <a:rPr lang="en-IN" sz="2000" dirty="0"/>
              <a:t> – </a:t>
            </a:r>
            <a:r>
              <a:rPr lang="en-IN" sz="2000" dirty="0" err="1"/>
              <a:t>Pydantic</a:t>
            </a:r>
            <a:r>
              <a:rPr lang="en-IN" sz="2000" dirty="0"/>
              <a:t> models for validation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b="1" dirty="0"/>
              <a:t>config.py</a:t>
            </a:r>
            <a:r>
              <a:rPr lang="en-IN" sz="2000" dirty="0"/>
              <a:t> – API keys &amp; configuration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Purpose of Code:</a:t>
            </a:r>
            <a:br>
              <a:rPr lang="en-IN" sz="2000" dirty="0"/>
            </a:br>
            <a:r>
              <a:rPr lang="en-IN" sz="2000" dirty="0"/>
              <a:t>● Implement routing</a:t>
            </a:r>
            <a:br>
              <a:rPr lang="en-IN" sz="2000" dirty="0"/>
            </a:br>
            <a:r>
              <a:rPr lang="en-IN" sz="2000" dirty="0"/>
              <a:t>● Manage API requests</a:t>
            </a:r>
            <a:br>
              <a:rPr lang="en-IN" sz="2000" dirty="0"/>
            </a:br>
            <a:r>
              <a:rPr lang="en-IN" sz="2000" dirty="0"/>
              <a:t>● Ensure clean structured output</a:t>
            </a:r>
          </a:p>
        </p:txBody>
      </p:sp>
    </p:spTree>
    <p:extLst>
      <p:ext uri="{BB962C8B-B14F-4D97-AF65-F5344CB8AC3E}">
        <p14:creationId xmlns:p14="http://schemas.microsoft.com/office/powerpoint/2010/main" val="380652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03426C-A057-16A3-26A1-8F8E49B2FCC0}"/>
              </a:ext>
            </a:extLst>
          </p:cNvPr>
          <p:cNvSpPr txBox="1"/>
          <p:nvPr/>
        </p:nvSpPr>
        <p:spPr>
          <a:xfrm>
            <a:off x="2059686" y="743450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Gloucester MT Extra Condensed" panose="02030808020601010101" pitchFamily="18" charset="0"/>
              </a:rPr>
              <a:t>AI TOOLS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C1625-9387-743A-A5EA-6E5B6ECEC7DD}"/>
              </a:ext>
            </a:extLst>
          </p:cNvPr>
          <p:cNvSpPr txBox="1"/>
          <p:nvPr/>
        </p:nvSpPr>
        <p:spPr>
          <a:xfrm>
            <a:off x="3650742" y="2093184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● ChatGPT for code generation</a:t>
            </a:r>
            <a:br>
              <a:rPr lang="en-IN" sz="2400" dirty="0"/>
            </a:br>
            <a:r>
              <a:rPr lang="en-IN" sz="2400" dirty="0"/>
              <a:t>● AI-assisted debugging</a:t>
            </a:r>
            <a:br>
              <a:rPr lang="en-IN" sz="2400" dirty="0"/>
            </a:br>
            <a:r>
              <a:rPr lang="en-IN" sz="2400" dirty="0"/>
              <a:t>● AI-powered documentation</a:t>
            </a:r>
            <a:br>
              <a:rPr lang="en-IN" sz="2400" dirty="0"/>
            </a:br>
            <a:r>
              <a:rPr lang="en-IN" sz="2400" dirty="0"/>
              <a:t>● AI guidance for API flow design</a:t>
            </a:r>
            <a:br>
              <a:rPr lang="en-IN" sz="2400" dirty="0"/>
            </a:br>
            <a:r>
              <a:rPr lang="en-IN" sz="2400" dirty="0"/>
              <a:t>● AI-supported error solving &amp;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16DAC-6E18-BCDE-3AAA-69624F53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8" t="7705" r="4073" b="6268"/>
          <a:stretch>
            <a:fillRect/>
          </a:stretch>
        </p:blipFill>
        <p:spPr>
          <a:xfrm>
            <a:off x="9512968" y="2093183"/>
            <a:ext cx="1941095" cy="19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475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580</TotalTime>
  <Words>318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Black</vt:lpstr>
      <vt:lpstr>Arial Narrow</vt:lpstr>
      <vt:lpstr>Arial Unicode MS</vt:lpstr>
      <vt:lpstr>Britannic Bold</vt:lpstr>
      <vt:lpstr>Calibri</vt:lpstr>
      <vt:lpstr>Century Gothic</vt:lpstr>
      <vt:lpstr>Eras Demi ITC</vt:lpstr>
      <vt:lpstr>Gloucester MT Extra Condensed</vt:lpstr>
      <vt:lpstr>Wingdings 3</vt:lpstr>
      <vt:lpstr>Wisp</vt:lpstr>
      <vt:lpstr>PowerPoint Presentation</vt:lpstr>
      <vt:lpstr>TEAM DETAILS: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Ruthvik Reddy Jaitaram</dc:creator>
  <cp:lastModifiedBy>Ruthvik Reddy Jaitaram</cp:lastModifiedBy>
  <cp:revision>6</cp:revision>
  <dcterms:created xsi:type="dcterms:W3CDTF">2024-11-22T15:34:29Z</dcterms:created>
  <dcterms:modified xsi:type="dcterms:W3CDTF">2025-11-20T19:41:33Z</dcterms:modified>
</cp:coreProperties>
</file>